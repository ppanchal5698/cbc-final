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CBC Estimating Copilot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Development Progress Report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Built (Completed)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foundational backend and AI architecture is complete:</a:t>
            </a:r>
          </a:p>
          <a:p>
            <a:pPr lvl="1"/>
            <a:r>
              <a:t>Core Architecture: Robust microservices (Platform, Intake, Extraction, Pricing, Quoting, Catalog).</a:t>
            </a:r>
          </a:p>
          <a:p>
            <a:pPr lvl="1"/>
            <a:r>
              <a:t>Database System: Fully modeled database tailored for commercial building components.</a:t>
            </a:r>
          </a:p>
          <a:p>
            <a:pPr lvl="1"/>
            <a:r>
              <a:t>AI Orchestration: Automated background workers for extracting data from PDFs using AI.</a:t>
            </a:r>
          </a:p>
          <a:p>
            <a:pPr lvl="1"/>
            <a:r>
              <a:t>Testing &amp; Reliability: 985+ automated tests passing, ensuring a stable foundation.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Currently Being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has shifted to the user interface and business rules:</a:t>
            </a:r>
          </a:p>
          <a:p>
            <a:pPr lvl="1"/>
            <a:r>
              <a:t>Web Application: Building out the interactive web portal (Dashboard, Bids, Catalog, Price Books).</a:t>
            </a:r>
          </a:p>
          <a:p>
            <a:pPr lvl="1"/>
            <a:r>
              <a:t>Connecting UI to AI: Wiring the frontend screens to securely communicate with our automated backend.</a:t>
            </a:r>
          </a:p>
          <a:p>
            <a:pPr lvl="1"/>
            <a:r>
              <a:t>Business Logic: Gathering final data from stakeholders (e.g., specific hardware adders) to fully unlock automated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Portal Preview</a:t>
            </a:r>
          </a:p>
        </p:txBody>
      </p:sp>
      <p:pic>
        <p:nvPicPr>
          <p:cNvPr id="3" name="Picture 2" descr="ui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